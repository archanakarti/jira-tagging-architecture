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Organizational Chart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80760" y="2148840"/>
            <a:ext cx="0" cy="27432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2423160"/>
            <a:ext cx="5577840" cy="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18872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8872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3A3F47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371600"/>
            <a:ext cx="2743200" cy="182880"/>
          </a:xfrm>
          <a:prstGeom prst="rect">
            <a:avLst/>
          </a:prstGeom>
          <a:solidFill>
            <a:srgbClr val="3A3F47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Elaine Vanderbilt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627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CEO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0010955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000-555-5555 ext.1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vanderbilt@polaris.com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42316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651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6517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2BB6A3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2834640"/>
            <a:ext cx="2743200" cy="182880"/>
          </a:xfrm>
          <a:prstGeom prst="rect">
            <a:avLst/>
          </a:prstGeom>
          <a:solidFill>
            <a:srgbClr val="2BB6A3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Jerry Daniels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090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VP Marketing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0010956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000-555-5555 ext.3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daniels@polaris.com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6517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E08A3E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2834640"/>
            <a:ext cx="2743200" cy="182880"/>
          </a:xfrm>
          <a:prstGeom prst="rect">
            <a:avLst/>
          </a:prstGeom>
          <a:solidFill>
            <a:srgbClr val="E08A3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Edward Prescott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090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VP Operations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0010957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000-555-5555 ext.4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prescott@polaris.com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0" cy="27432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11580" y="3886200"/>
            <a:ext cx="3712464" cy="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3611880"/>
            <a:ext cx="0" cy="27432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37476" y="3886200"/>
            <a:ext cx="3712464" cy="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11580" y="388620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1480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11480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6FB97A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4297680"/>
            <a:ext cx="1691640" cy="182880"/>
          </a:xfrm>
          <a:prstGeom prst="rect">
            <a:avLst/>
          </a:prstGeom>
          <a:solidFill>
            <a:srgbClr val="6FB97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Fresco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Director, Public Relations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0010959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000-555-5555 ext.5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fresco@polaris.com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67812" y="388620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21992" y="411480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21992" y="411480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6FB97A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1992" y="4297680"/>
            <a:ext cx="1691640" cy="182880"/>
          </a:xfrm>
          <a:prstGeom prst="rect">
            <a:avLst/>
          </a:prstGeom>
          <a:solidFill>
            <a:srgbClr val="6FB97A"/>
          </a:solidFill>
          <a:ln/>
        </p:spPr>
      </p:sp>
      <p:sp>
        <p:nvSpPr>
          <p:cNvPr id="38" name="Text 36"/>
          <p:cNvSpPr/>
          <p:nvPr/>
        </p:nvSpPr>
        <p:spPr>
          <a:xfrm>
            <a:off x="2313432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 Cain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13432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Director, Marketing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0010958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000-555-5555 ext.6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cain@polaris.com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24044" y="388620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78224" y="411480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078224" y="411480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6FB97A"/>
          </a:solidFill>
          <a:ln/>
        </p:spPr>
      </p:sp>
      <p:sp>
        <p:nvSpPr>
          <p:cNvPr id="43" name="Shape 41"/>
          <p:cNvSpPr/>
          <p:nvPr/>
        </p:nvSpPr>
        <p:spPr>
          <a:xfrm>
            <a:off x="4078224" y="4297680"/>
            <a:ext cx="1691640" cy="182880"/>
          </a:xfrm>
          <a:prstGeom prst="rect">
            <a:avLst/>
          </a:prstGeom>
          <a:solidFill>
            <a:srgbClr val="6FB97A"/>
          </a:solidFill>
          <a:ln/>
        </p:spPr>
      </p:sp>
      <p:sp>
        <p:nvSpPr>
          <p:cNvPr id="44" name="Text 42"/>
          <p:cNvSpPr/>
          <p:nvPr/>
        </p:nvSpPr>
        <p:spPr>
          <a:xfrm>
            <a:off x="4169664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Rand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69664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Marketing Lead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0010960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000-555-5561 ext.7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rand@polaris.com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37476" y="388620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91656" y="411480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91656" y="411480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08A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391656" y="4297680"/>
            <a:ext cx="1691640" cy="182880"/>
          </a:xfrm>
          <a:prstGeom prst="rect">
            <a:avLst/>
          </a:prstGeom>
          <a:solidFill>
            <a:srgbClr val="E08A3E"/>
          </a:solidFill>
          <a:ln/>
        </p:spPr>
      </p:sp>
      <p:sp>
        <p:nvSpPr>
          <p:cNvPr id="50" name="Text 48"/>
          <p:cNvSpPr/>
          <p:nvPr/>
        </p:nvSpPr>
        <p:spPr>
          <a:xfrm>
            <a:off x="6483096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Spinelli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83096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Manager, Operations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0010962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000-555-5555 ext.9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spinelli@polaris.com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093708" y="388620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47888" y="411480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47888" y="411480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08A3E"/>
          </a:solidFill>
          <a:ln/>
        </p:spPr>
      </p:sp>
      <p:sp>
        <p:nvSpPr>
          <p:cNvPr id="55" name="Shape 53"/>
          <p:cNvSpPr/>
          <p:nvPr/>
        </p:nvSpPr>
        <p:spPr>
          <a:xfrm>
            <a:off x="8247888" y="4297680"/>
            <a:ext cx="1691640" cy="182880"/>
          </a:xfrm>
          <a:prstGeom prst="rect">
            <a:avLst/>
          </a:prstGeom>
          <a:solidFill>
            <a:srgbClr val="E08A3E"/>
          </a:solidFill>
          <a:ln/>
        </p:spPr>
      </p:sp>
      <p:sp>
        <p:nvSpPr>
          <p:cNvPr id="56" name="Text 54"/>
          <p:cNvSpPr/>
          <p:nvPr/>
        </p:nvSpPr>
        <p:spPr>
          <a:xfrm>
            <a:off x="8339328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Vanessa Lorriet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339328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Brand Strategist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0010961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000-555-5562 ext.8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lorriet@polaris.com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949940" y="3886200"/>
            <a:ext cx="0" cy="228600"/>
          </a:xfrm>
          <a:prstGeom prst="line">
            <a:avLst/>
          </a:prstGeom>
          <a:noFill/>
          <a:ln w="19050">
            <a:solidFill>
              <a:srgbClr val="B0B0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04120" y="4114800"/>
            <a:ext cx="1691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0104120" y="411480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E08A3E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04120" y="4297680"/>
            <a:ext cx="1691640" cy="182880"/>
          </a:xfrm>
          <a:prstGeom prst="rect">
            <a:avLst/>
          </a:prstGeom>
          <a:solidFill>
            <a:srgbClr val="E08A3E"/>
          </a:solidFill>
          <a:ln/>
        </p:spPr>
      </p:sp>
      <p:sp>
        <p:nvSpPr>
          <p:cNvPr id="62" name="Text 60"/>
          <p:cNvSpPr/>
          <p:nvPr/>
        </p:nvSpPr>
        <p:spPr>
          <a:xfrm>
            <a:off x="10195560" y="4114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Julius Paige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195560" y="4553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Facility Supervisor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0010963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Tel: 000-555-5563 ext.9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paige@polaris.com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EDF3F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Logomark 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C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C3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organization chart shows how different levels of the organization relate to each other. There are four main types of hierarchy: Organizational, Hierarchical, Proceeding by Time, and Sociological.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can make more informed decisions with a clear understanding of the company's structure and hierarchy. New hires are equipped with an intuitive framework for navigating the organization.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32020" y="434340"/>
            <a:ext cx="777240" cy="7772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C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86884" y="489204"/>
            <a:ext cx="667512" cy="667512"/>
          </a:xfrm>
          <a:prstGeom prst="ellipse">
            <a:avLst/>
          </a:prstGeom>
          <a:solidFill>
            <a:srgbClr val="DCE7E2"/>
          </a:solidFill>
          <a:ln/>
        </p:spPr>
      </p:sp>
      <p:sp>
        <p:nvSpPr>
          <p:cNvPr id="9" name="Text 7"/>
          <p:cNvSpPr/>
          <p:nvPr/>
        </p:nvSpPr>
        <p:spPr>
          <a:xfrm>
            <a:off x="5646420" y="530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C3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Juliana Silva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46420" y="822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05740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C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55464" y="2112264"/>
            <a:ext cx="530352" cy="530352"/>
          </a:xfrm>
          <a:prstGeom prst="ellipse">
            <a:avLst/>
          </a:prstGeom>
          <a:solidFill>
            <a:srgbClr val="DCE7E2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C3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Neil Tran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4040" y="205740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C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18904" y="2112264"/>
            <a:ext cx="530352" cy="530352"/>
          </a:xfrm>
          <a:prstGeom prst="ellipse">
            <a:avLst/>
          </a:prstGeom>
          <a:solidFill>
            <a:srgbClr val="DCE7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C3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Ndemi Otieno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24612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C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5464" y="3300984"/>
            <a:ext cx="530352" cy="530352"/>
          </a:xfrm>
          <a:prstGeom prst="ellipse">
            <a:avLst/>
          </a:prstGeom>
          <a:solidFill>
            <a:srgbClr val="DCE7E2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C3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Helene Paquet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420624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C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55464" y="4261104"/>
            <a:ext cx="530352" cy="530352"/>
          </a:xfrm>
          <a:prstGeom prst="ellipse">
            <a:avLst/>
          </a:prstGeom>
          <a:solidFill>
            <a:srgbClr val="DCE7E2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4233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C3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Murad Naser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64040" y="324612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C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18904" y="3300984"/>
            <a:ext cx="530352" cy="530352"/>
          </a:xfrm>
          <a:prstGeom prst="ellipse">
            <a:avLst/>
          </a:prstGeom>
          <a:solidFill>
            <a:srgbClr val="DCE7E2"/>
          </a:solidFill>
          <a:ln/>
        </p:spPr>
      </p:sp>
      <p:sp>
        <p:nvSpPr>
          <p:cNvPr id="29" name="Text 27"/>
          <p:cNvSpPr/>
          <p:nvPr/>
        </p:nvSpPr>
        <p:spPr>
          <a:xfrm>
            <a:off x="10241280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C3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Ong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412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64040" y="420624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E8C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18904" y="4261104"/>
            <a:ext cx="530352" cy="530352"/>
          </a:xfrm>
          <a:prstGeom prst="ellipse">
            <a:avLst/>
          </a:prstGeom>
          <a:solidFill>
            <a:srgbClr val="DCE7E2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0" y="4233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C3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Hannah Morales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4128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71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1211580"/>
            <a:ext cx="0" cy="32004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0" y="1531620"/>
            <a:ext cx="4663440" cy="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0" y="1531620"/>
            <a:ext cx="0" cy="52578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1531620"/>
            <a:ext cx="0" cy="52578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2697480"/>
            <a:ext cx="0" cy="22860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2926080"/>
            <a:ext cx="0" cy="160020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3566160"/>
            <a:ext cx="0" cy="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3566160"/>
            <a:ext cx="0" cy="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0" y="3566160"/>
            <a:ext cx="0" cy="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4526280"/>
            <a:ext cx="0" cy="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84080" y="2697480"/>
            <a:ext cx="0" cy="22860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0" y="2926080"/>
            <a:ext cx="0" cy="1600200"/>
          </a:xfrm>
          <a:prstGeom prst="line">
            <a:avLst/>
          </a:prstGeom>
          <a:noFill/>
          <a:ln w="19050">
            <a:solidFill>
              <a:srgbClr val="9FB6A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 Chart</dc:title>
  <dc:subject>PptxGenJS Presentation</dc:subject>
  <dc:creator>Claude</dc:creator>
  <cp:lastModifiedBy>Claude</cp:lastModifiedBy>
  <cp:revision>1</cp:revision>
  <dcterms:created xsi:type="dcterms:W3CDTF">2026-06-30T10:28:44Z</dcterms:created>
  <dcterms:modified xsi:type="dcterms:W3CDTF">2026-06-30T10:28:44Z</dcterms:modified>
</cp:coreProperties>
</file>